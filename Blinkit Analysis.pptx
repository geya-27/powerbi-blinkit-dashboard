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reddy geya" userId="9bd7a1d8616619e9" providerId="LiveId" clId="{5A3655B7-B07D-47D9-ACCE-F852AA61D9A1}"/>
    <pc:docChg chg="custSel addSld delSld modSld sldOrd">
      <pc:chgData name="gurreddy geya" userId="9bd7a1d8616619e9" providerId="LiveId" clId="{5A3655B7-B07D-47D9-ACCE-F852AA61D9A1}" dt="2026-03-29T19:26:36.202" v="20" actId="478"/>
      <pc:docMkLst>
        <pc:docMk/>
      </pc:docMkLst>
      <pc:sldChg chg="delSp mod">
        <pc:chgData name="gurreddy geya" userId="9bd7a1d8616619e9" providerId="LiveId" clId="{5A3655B7-B07D-47D9-ACCE-F852AA61D9A1}" dt="2026-03-29T19:26:36.202" v="20" actId="478"/>
        <pc:sldMkLst>
          <pc:docMk/>
          <pc:sldMk cId="854288352" sldId="257"/>
        </pc:sldMkLst>
        <pc:picChg chg="del">
          <ac:chgData name="gurreddy geya" userId="9bd7a1d8616619e9" providerId="LiveId" clId="{5A3655B7-B07D-47D9-ACCE-F852AA61D9A1}" dt="2026-03-29T19:26:36.202" v="20" actId="478"/>
          <ac:picMkLst>
            <pc:docMk/>
            <pc:sldMk cId="854288352" sldId="257"/>
            <ac:picMk id="7" creationId="{A08EB0EC-B6A5-45A6-CFA7-C2F2F5125266}"/>
          </ac:picMkLst>
        </pc:picChg>
        <pc:picChg chg="del">
          <ac:chgData name="gurreddy geya" userId="9bd7a1d8616619e9" providerId="LiveId" clId="{5A3655B7-B07D-47D9-ACCE-F852AA61D9A1}" dt="2026-03-29T19:26:32.379" v="19" actId="478"/>
          <ac:picMkLst>
            <pc:docMk/>
            <pc:sldMk cId="854288352" sldId="257"/>
            <ac:picMk id="8" creationId="{70C49BFB-C4DA-714D-C1AC-3022D7E7F454}"/>
          </ac:picMkLst>
        </pc:picChg>
        <pc:picChg chg="del">
          <ac:chgData name="gurreddy geya" userId="9bd7a1d8616619e9" providerId="LiveId" clId="{5A3655B7-B07D-47D9-ACCE-F852AA61D9A1}" dt="2026-03-29T19:26:29.522" v="18" actId="478"/>
          <ac:picMkLst>
            <pc:docMk/>
            <pc:sldMk cId="854288352" sldId="257"/>
            <ac:picMk id="13" creationId="{736985F1-78C3-EC87-83A0-2D323CD4C9C0}"/>
          </ac:picMkLst>
        </pc:picChg>
      </pc:sldChg>
      <pc:sldChg chg="delSp del">
        <pc:chgData name="gurreddy geya" userId="9bd7a1d8616619e9" providerId="LiveId" clId="{5A3655B7-B07D-47D9-ACCE-F852AA61D9A1}" dt="2026-03-29T19:26:11.329" v="13" actId="47"/>
        <pc:sldMkLst>
          <pc:docMk/>
          <pc:sldMk cId="3865209502" sldId="258"/>
        </pc:sldMkLst>
        <pc:spChg chg="del">
          <ac:chgData name="gurreddy geya" userId="9bd7a1d8616619e9" providerId="LiveId" clId="{5A3655B7-B07D-47D9-ACCE-F852AA61D9A1}" dt="2026-03-29T19:26:03.217" v="9" actId="21"/>
          <ac:spMkLst>
            <pc:docMk/>
            <pc:sldMk cId="3865209502" sldId="258"/>
            <ac:spMk id="4" creationId="{ED19471D-A4DF-3C83-9AEF-C9FD844FAB91}"/>
          </ac:spMkLst>
        </pc:spChg>
      </pc:sldChg>
      <pc:sldChg chg="delSp mod">
        <pc:chgData name="gurreddy geya" userId="9bd7a1d8616619e9" providerId="LiveId" clId="{5A3655B7-B07D-47D9-ACCE-F852AA61D9A1}" dt="2026-03-29T19:25:19.012" v="3" actId="478"/>
        <pc:sldMkLst>
          <pc:docMk/>
          <pc:sldMk cId="1262944802" sldId="259"/>
        </pc:sldMkLst>
        <pc:picChg chg="del">
          <ac:chgData name="gurreddy geya" userId="9bd7a1d8616619e9" providerId="LiveId" clId="{5A3655B7-B07D-47D9-ACCE-F852AA61D9A1}" dt="2026-03-29T19:25:12.125" v="1" actId="478"/>
          <ac:picMkLst>
            <pc:docMk/>
            <pc:sldMk cId="1262944802" sldId="259"/>
            <ac:picMk id="9" creationId="{61C16131-B2D0-CF61-035E-38CF286C7E39}"/>
          </ac:picMkLst>
        </pc:picChg>
        <pc:picChg chg="del">
          <ac:chgData name="gurreddy geya" userId="9bd7a1d8616619e9" providerId="LiveId" clId="{5A3655B7-B07D-47D9-ACCE-F852AA61D9A1}" dt="2026-03-29T19:25:19.012" v="3" actId="478"/>
          <ac:picMkLst>
            <pc:docMk/>
            <pc:sldMk cId="1262944802" sldId="259"/>
            <ac:picMk id="11" creationId="{98BD39B8-9A9F-4A0B-8526-BA46BA2F73EC}"/>
          </ac:picMkLst>
        </pc:picChg>
        <pc:picChg chg="del">
          <ac:chgData name="gurreddy geya" userId="9bd7a1d8616619e9" providerId="LiveId" clId="{5A3655B7-B07D-47D9-ACCE-F852AA61D9A1}" dt="2026-03-29T19:25:16.183" v="2" actId="478"/>
          <ac:picMkLst>
            <pc:docMk/>
            <pc:sldMk cId="1262944802" sldId="259"/>
            <ac:picMk id="12" creationId="{8D56A6E6-9FEB-E12A-1F6A-8FCBFFF9CFAD}"/>
          </ac:picMkLst>
        </pc:picChg>
      </pc:sldChg>
      <pc:sldChg chg="addSp delSp modSp add mod ord">
        <pc:chgData name="gurreddy geya" userId="9bd7a1d8616619e9" providerId="LiveId" clId="{5A3655B7-B07D-47D9-ACCE-F852AA61D9A1}" dt="2026-03-29T19:26:08.993" v="12"/>
        <pc:sldMkLst>
          <pc:docMk/>
          <pc:sldMk cId="3866237662" sldId="260"/>
        </pc:sldMkLst>
        <pc:spChg chg="del mod">
          <ac:chgData name="gurreddy geya" userId="9bd7a1d8616619e9" providerId="LiveId" clId="{5A3655B7-B07D-47D9-ACCE-F852AA61D9A1}" dt="2026-03-29T19:25:46.514" v="6" actId="478"/>
          <ac:spMkLst>
            <pc:docMk/>
            <pc:sldMk cId="3866237662" sldId="260"/>
            <ac:spMk id="3" creationId="{00A68FF2-78A6-71A6-F0DB-6CF5C5D20AE8}"/>
          </ac:spMkLst>
        </pc:spChg>
        <pc:spChg chg="add del">
          <ac:chgData name="gurreddy geya" userId="9bd7a1d8616619e9" providerId="LiveId" clId="{5A3655B7-B07D-47D9-ACCE-F852AA61D9A1}" dt="2026-03-29T19:25:56.112" v="8" actId="478"/>
          <ac:spMkLst>
            <pc:docMk/>
            <pc:sldMk cId="3866237662" sldId="260"/>
            <ac:spMk id="8" creationId="{6099772C-9C2F-40DA-953D-F96A5BF96318}"/>
          </ac:spMkLst>
        </pc:spChg>
        <pc:spChg chg="add mod">
          <ac:chgData name="gurreddy geya" userId="9bd7a1d8616619e9" providerId="LiveId" clId="{5A3655B7-B07D-47D9-ACCE-F852AA61D9A1}" dt="2026-03-29T19:26:06.622" v="10"/>
          <ac:spMkLst>
            <pc:docMk/>
            <pc:sldMk cId="3866237662" sldId="260"/>
            <ac:spMk id="9" creationId="{6FD310D4-3F51-4181-BAC3-D45CDCFA6B15}"/>
          </ac:spMkLst>
        </pc:spChg>
      </pc:sldChg>
      <pc:sldChg chg="del">
        <pc:chgData name="gurreddy geya" userId="9bd7a1d8616619e9" providerId="LiveId" clId="{5A3655B7-B07D-47D9-ACCE-F852AA61D9A1}" dt="2026-03-29T19:25:09.032" v="0" actId="47"/>
        <pc:sldMkLst>
          <pc:docMk/>
          <pc:sldMk cId="1639272484" sldId="261"/>
        </pc:sldMkLst>
      </pc:sldChg>
      <pc:sldChg chg="add del ord">
        <pc:chgData name="gurreddy geya" userId="9bd7a1d8616619e9" providerId="LiveId" clId="{5A3655B7-B07D-47D9-ACCE-F852AA61D9A1}" dt="2026-03-29T19:26:25.255" v="17" actId="47"/>
        <pc:sldMkLst>
          <pc:docMk/>
          <pc:sldMk cId="3861503165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30-03-26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6FD310D4-3F51-4181-BAC3-D45CDCFA6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6237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gurreddy geya</cp:lastModifiedBy>
  <cp:revision>17</cp:revision>
  <dcterms:created xsi:type="dcterms:W3CDTF">2024-06-24T12:27:37Z</dcterms:created>
  <dcterms:modified xsi:type="dcterms:W3CDTF">2026-03-29T19:26:40Z</dcterms:modified>
</cp:coreProperties>
</file>